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3BEA4"/>
                </a:solidFill>
                <a:latin typeface="Aptos"/>
              </a:rPr>
              <a:t>DAWET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HTML Lanjutan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2DCEB"/>
                </a:solidFill>
                <a:latin typeface="Aptos"/>
              </a:rPr>
              <a:t>Meeting 03 • Dari satu halaman menjadi website kecil yang saling terhubung.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3BEA4"/>
                </a:solidFill>
                <a:latin typeface="Aptos"/>
              </a:rPr>
              <a:t>HTML • LINK • MULTI-PAGE • SEMANTIC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4BED2"/>
                </a:solidFill>
                <a:latin typeface="Aptos"/>
              </a:rPr>
              <a:t>DAWET • Meeting 03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Kita Sudah Sampai Mana?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Week 2 memberi kita satu halaman HTML yang sudah cukup kaya.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✓ Struktur HTML
✓ head &amp; body
✓ heading &amp; paragraph
✓ image
✓ unordered &amp; ordered list
✓ table
✓ header, main, footer
✓ attribute &amp; comment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Dari Dokumen Menjadi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Website tidak harus satu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Satu HTML  →  Beberapa HTML  →  Satu website
index.html = Home
tentang.html = Tentang
produk.html = Produk
kontak.html = Kontak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Konsep Utama: Hyperlink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Sekarang kita mengenal href secara langsung.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&lt;a href="https://www.instagram.com/"&gt;Instagram&lt;/a&gt;
Link eksternal → website lain
Link internal → halaman/bagian website kita sendiri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Link ke Website 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href menentukan alamat tujuan.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&lt;a href="https://www.instagram.com/"&gt;Instagram&lt;/a&gt;
&lt;a href="https://maps.google.com/"&gt;Google Maps&lt;/a&gt;
URL eksternal biasanya menggunakan https://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Link Antar Halaman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File HTML dapat saling terhubung.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portal-umkm/
├── index.html
├── tentang.html
├── produk.html
└── kontak.html
&lt;a href="tentang.html"&gt;Tentang Kami&lt;/a&gt;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Relative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Konsepnya mirip dengan src pada gambar.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&lt;img src="images/menu.jpg"&gt;
&lt;a href="pages/menu.html"&gt;Menu&lt;/a&gt;
Dari file saat ini, tentukan path menuju file tujuan.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Navigasi dengan &lt;nav&gt;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Kumpulan link dapat menjadi menu navigasi.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&lt;nav&gt;
  &lt;a href="index.html"&gt;Home&lt;/a&gt;
  &lt;a href="tentang.html"&gt;Tentang&lt;/a&gt;
  &lt;a href="produk.html"&gt;Produk&lt;/a&gt;
  &lt;a href="kontak.html"&gt;Kontak&lt;/a&gt;
&lt;/nav&gt;
Tampilan cantiknya nanti kita atur dengan CSS.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Semantic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Element HTML juga memberi makna pada struktur.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&lt;header&gt; → bagian pengantar
&lt;nav&gt; → navigasi
&lt;main&gt; → konten utama
&lt;section&gt; → kelompok konten
&lt;article&gt; → unit konten mandiri
&lt;footer&gt; → bagian penutup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Section dan Article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Kita membagi konten berdasarkan maknanya.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&lt;main&gt;
  &lt;section&gt;
    &lt;h2&gt;Menu Favorit&lt;/h2&gt;
    &lt;p&gt;...&lt;/p&gt;
  &lt;/section&gt;
  &lt;section&gt;
    &lt;h2&gt;Promo&lt;/h2&gt;
    &lt;p&gt;...&lt;/p&gt;
  &lt;/section&gt;
&lt;/main&gt;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Struktur Website yang Lebih Rapi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Biasakan bertanya: “Konten ini bagian apa?”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&lt;header&gt; ... &lt;/header&gt;
&lt;nav&gt; ... &lt;/nav&gt;
&lt;main&gt;
  &lt;section&gt;Profil UMKM&lt;/section&gt;
  &lt;section&gt;Menu Produk&lt;/section&gt;
  &lt;section&gt;Promo&lt;/section&gt;
&lt;/main&gt;
&lt;footer&gt; ... &lt;/footer&gt;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Membuat Multi-page UMKM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Target praktik.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portal-umkm/
├── index.html
├── tentang.html
├── produk.html
├── kontak.html
└── images/
    └── logo.jpg
Minimal: Home + Tentang + Produk.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Contoh Halaman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Navigasi dan semantic structure bekerja bersama.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&lt;header&gt;
  &lt;h1&gt;Warung Berkah&lt;/h1&gt;
  &lt;nav&gt;
    &lt;a href="index.html"&gt;Home&lt;/a&gt;
    &lt;a href="tentang.html"&gt;Tentang&lt;/a&gt;
    &lt;a href="produk.html"&gt;Produk&lt;/a&gt;
  &lt;/nav&gt;
&lt;/header&gt;
&lt;main&gt;
  &lt;section&gt;
    &lt;h2&gt;Selamat Datang&lt;/h2&gt;
    &lt;p&gt;Makanan rumahan untuk mahasiswa.&lt;/p&gt;
  &lt;/section&gt;
&lt;/main&gt;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Mini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Naikkan halaman Week 2 menjadi website kecil.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WAJIB
✓ Minimal 3 file HTML
✓ Struktur dasar setiap halaman
✓ Navigasi berfungsi
✓ Minimal 1 link eksternal
✓ header, nav, main, section, footer
✓ Minimal 1 gambar
BONUS: kontak, Maps, Instagram/WhatsApp, article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Coba jelaskan dengan bahasamu sendiri.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• Bedanya link eksternal dan internal?
• Fungsi href?
• Mengapa path href mirip src?
• Mengapa memakai nav?
• Fungsi section?
• Kapan article digunakan?
• Apa itu semantic HTML?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Tugas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Dokumentasikan hasil Week 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DAWET/
└── minggu-03/
    └── portal-umkm/
README:
• Struktur halaman
• Link yang dibuat
• Semantic element
• Kendala &amp; solusi
• Hal baru
• Screenshot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41F36"/>
                </a:solidFill>
                <a:latin typeface="Aptos"/>
              </a:rPr>
              <a:t>Referensi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0698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180"/>
                </a:solidFill>
                <a:latin typeface="Aptos"/>
              </a:rPr>
              <a:t>Dokumentasi resmi untuk belajar lebih lanjut.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6583680" cy="4206240"/>
          </a:xfrm>
          <a:prstGeom prst="roundRect">
            <a:avLst/>
          </a:prstGeom>
          <a:solidFill>
            <a:srgbClr val="1C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126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MDN — Anchor Element
https://developer.mozilla.org/en-US/docs/Web/HTML/Reference/Elements/a
MDN — nav
https://developer.mozilla.org/en-US/docs/Web/HTML/Reference/Elements/nav
MDN — Semantics
https://developer.mozilla.org/en-US/docs/Glossary/Semantics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82880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828800"/>
            <a:ext cx="82296" cy="3291840"/>
          </a:xfrm>
          <a:prstGeom prst="rect">
            <a:avLst/>
          </a:prstGeom>
          <a:solidFill>
            <a:srgbClr val="43B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1F36"/>
                </a:solidFill>
                <a:latin typeface="Aptos"/>
              </a:rPr>
              <a:t>Fokus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50592"/>
            <a:ext cx="324612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B38"/>
                </a:solidFill>
                <a:latin typeface="Aptos"/>
              </a:rPr>
              <a:t>Pahami konsepnya.
Jangan mengejar hafalan.
Setelah paham, langsung praktik pada website UMKM.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97180"/>
                </a:solidFill>
                <a:latin typeface="Aptos"/>
              </a:rPr>
              <a:t>DAWET • Meeting 03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Dari satu halaman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3BEA4"/>
                </a:solidFill>
                <a:latin typeface="Aptos"/>
              </a:rPr>
              <a:t>menjadi satu website.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2DCEB"/>
                </a:solidFill>
                <a:latin typeface="Aptos"/>
              </a:rPr>
              <a:t>HTML memberi kita struktur.
Berikutnya, CSS akan membuat struktur itu terlihat seperti website.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4BED2"/>
                </a:solidFill>
                <a:latin typeface="Aptos"/>
              </a:rPr>
              <a:t>DAWET • Meeting 03                     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