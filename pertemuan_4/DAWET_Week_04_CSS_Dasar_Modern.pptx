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DAWET — WEEK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F172A"/>
                </a:solidFill>
              </a:defRPr>
            </a:pPr>
            <a:r>
              <a:t>CSS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75569"/>
                </a:solidFill>
              </a:defRPr>
            </a:pPr>
            <a:r>
              <a:t>Dari HTML polos → mulai jadi website yang punya tampilan.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Perjalanan Kita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Week 1 → setup | Week 2 → HTML | Week 3 → struktur &amp; navigasi | Week 4 → CSS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Kenapa CSS?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HTML kita masih polos bukan karena gagal.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HTML = struktur dan makna.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CSS = tampilan.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JavaScript = perilaku/interaksi.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Apa Itu CSS?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Cascading Style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CSS mengatur warna, font, background, jarak, border, ukuran, dan tampilan elemen HTML.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CSS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Pola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Consolas"/>
              </a:defRPr>
            </a:pPr>
            <a:r>
              <a:t>selector {</a:t>
            </a:r>
            <a:br/>
            <a:r>
              <a:t>    property: value;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Selector, Property,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Selector memilih elemen.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Property menentukan aspek yang diubah.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Value menentukan nilainya.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Inline, Internal, External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Inline: langsung pada elemen.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Internal: di &lt;style&gt; satu halaman.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External: file terpisah — ini fokus kita.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External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Hubungkan setiap halaman ke style.css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Consolas"/>
              </a:defRPr>
            </a:pPr>
            <a:r>
              <a:t>&lt;link rel="stylesheet" href="style.css"&gt;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Selector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Element → p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Class → .card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ID → #judul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Class paling berguna untuk style yang dipakai ulang.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Property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color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background-color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font-size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font-family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text-align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width / height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Margin, Padding, 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Kenali box model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padding = ruang di dalam elemen.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border = batas elemen.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margin = ruang di luar elemen.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Praktik 1 — Buat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Gunakan project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Buat style.css.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Hubungkan ke index.html, tentang.html, produk.html, kontak.html.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Pastikan semuanya memakai CSS yang sama.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Praktik 2 — Styling Dasar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Consolas"/>
              </a:defRPr>
            </a:pPr>
            <a:r>
              <a:t>body {</a:t>
            </a:r>
            <a:br/>
            <a:r>
              <a:t>    font-family: Arial, sans-serif;</a:t>
            </a:r>
            <a:br/>
            <a:r>
              <a:t>    color: #222;</a:t>
            </a:r>
            <a:br/>
            <a:r>
              <a:t>    background-color: #f8fafc;</a:t>
            </a:r>
            <a:br/>
            <a:r>
              <a:t>}</a:t>
            </a:r>
            <a:br/>
            <a:br/>
            <a:r>
              <a:t>h1 { text-align: center;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Praktik 3 — Navigasi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Consolas"/>
              </a:defRPr>
            </a:pPr>
            <a:r>
              <a:t>nav a {</a:t>
            </a:r>
            <a:br/>
            <a:r>
              <a:t>    text-decoration: none;</a:t>
            </a:r>
            <a:br/>
            <a:r>
              <a:t>    margin-right: 12px;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Praktik 4 —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Consolas"/>
              </a:defRPr>
            </a:pPr>
            <a:r>
              <a:t>.card {</a:t>
            </a:r>
            <a:br/>
            <a:r>
              <a:t>    border: 1px solid #ddd;</a:t>
            </a:r>
            <a:br/>
            <a:r>
              <a:t>    padding: 16px;</a:t>
            </a:r>
            <a:br/>
            <a:r>
              <a:t>    margin: 12px 0;</a:t>
            </a:r>
            <a:br/>
            <a:r>
              <a:t>}</a:t>
            </a:r>
            <a:br/>
            <a:br/>
            <a:r>
              <a:t>.price { font-weight: bold;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Mini Project — Portal 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Upgrade hasil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Pertahankan beberapa halaman.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Gunakan satu style.css.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Buat identitas visual sederhana.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Minimal 3 halaman memiliki tampilan konsisten.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Bisa menjelaskan CSS.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Paham selector/property/value.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Bisa membuat &amp; menghubungkan style.css.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Bisa memakai element dan class selector.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Paham color, background, margin, padding, border.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☐ Bisa styling tanpa mengacak struktur HTML.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Tugas Mandiri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Rapikan seluruh Portal UMKM.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Gunakan satu style.css.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Tambahkan class reusable.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Tulis README: apa yang berubah dari Week 3?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Commit &amp; push ke GitHub.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Preview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Setelah styling dasar →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CSS dasar → Flexbox → Responsive Design → JavaScript.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Referensi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MDN Web Docs — CSS basics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MDN Web Docs — CSS selectors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MDN Web Docs — CSS box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